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to_ai_meeting_w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0"/>
            <a:ext cx="7690104" cy="58795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79592"/>
            <a:ext cx="12191695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70464" y="201168"/>
            <a:ext cx="457200" cy="457200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8A4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625328" y="29260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082528" y="2834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3504" y="11887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Glossaire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03504" y="194767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008A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</a:t>
            </a:r>
            <a:pPr indent="0" marL="0">
              <a:buNone/>
            </a:pPr>
            <a:r>
              <a:rPr lang="en-US" sz="4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for ITPS</a:t>
            </a:r>
            <a:endParaRPr lang="en-US" sz="4700" dirty="0"/>
          </a:p>
        </p:txBody>
      </p:sp>
      <p:sp>
        <p:nvSpPr>
          <p:cNvPr id="9" name="Shape 6"/>
          <p:cNvSpPr/>
          <p:nvPr/>
        </p:nvSpPr>
        <p:spPr>
          <a:xfrm>
            <a:off x="603504" y="2843784"/>
            <a:ext cx="566928" cy="0"/>
          </a:xfrm>
          <a:prstGeom prst="line">
            <a:avLst/>
          </a:prstGeom>
          <a:noFill/>
          <a:ln w="27940">
            <a:solidFill>
              <a:srgbClr val="008A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" y="3145536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 les concepts, usages</a:t>
            </a:r>
            <a:endParaRPr lang="en-US" sz="2150" dirty="0"/>
          </a:p>
          <a:p>
            <a:pPr indent="0" marL="0">
              <a:buNone/>
            </a:pPr>
            <a:r>
              <a:rPr lang="en-US" sz="21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outils de l’IA dans</a:t>
            </a:r>
            <a:endParaRPr lang="en-US" sz="2150" dirty="0"/>
          </a:p>
          <a:p>
            <a:pPr indent="0" marL="0">
              <a:buNone/>
            </a:pPr>
            <a:r>
              <a:rPr lang="en-US" sz="21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l’écosystème IT PS</a:t>
            </a:r>
            <a:endParaRPr lang="en-US" sz="2150" dirty="0"/>
          </a:p>
        </p:txBody>
      </p:sp>
      <p:sp>
        <p:nvSpPr>
          <p:cNvPr id="11" name="Shape 8"/>
          <p:cNvSpPr/>
          <p:nvPr/>
        </p:nvSpPr>
        <p:spPr>
          <a:xfrm>
            <a:off x="603504" y="4462272"/>
            <a:ext cx="475488" cy="475488"/>
          </a:xfrm>
          <a:prstGeom prst="ellipse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376" y="456285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4480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D73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enrichie - vulgarisation,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D73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agentique et cas d’usage internes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663440" y="4974336"/>
            <a:ext cx="1755648" cy="548640"/>
          </a:xfrm>
          <a:prstGeom prst="roundRect">
            <a:avLst>
              <a:gd name="adj" fmla="val 13333"/>
            </a:avLst>
          </a:prstGeom>
          <a:solidFill>
            <a:srgbClr val="1E2B3A"/>
          </a:solidFill>
          <a:ln w="12700">
            <a:solidFill>
              <a:srgbClr val="1E2B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19472" y="5084064"/>
            <a:ext cx="0" cy="329184"/>
          </a:xfrm>
          <a:prstGeom prst="line">
            <a:avLst/>
          </a:prstGeom>
          <a:noFill/>
          <a:ln w="22860">
            <a:solidFill>
              <a:srgbClr val="008A4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74920" y="50566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PS</a:t>
            </a:r>
            <a:endParaRPr lang="en-US" sz="13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4920" y="529437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76088" y="5276088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Août 2026</a:t>
            </a:r>
            <a:endParaRPr lang="en-US" sz="1260" dirty="0"/>
          </a:p>
        </p:txBody>
      </p:sp>
      <p:sp>
        <p:nvSpPr>
          <p:cNvPr id="19" name="Shape 14"/>
          <p:cNvSpPr/>
          <p:nvPr/>
        </p:nvSpPr>
        <p:spPr>
          <a:xfrm>
            <a:off x="393192" y="6181344"/>
            <a:ext cx="384048" cy="384048"/>
          </a:xfrm>
          <a:prstGeom prst="rect">
            <a:avLst/>
          </a:prstGeom>
          <a:solidFill>
            <a:srgbClr val="008A4B"/>
          </a:solidFill>
          <a:ln w="12700">
            <a:solidFill>
              <a:srgbClr val="008A4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29768" y="6227064"/>
            <a:ext cx="100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✦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57784" y="6291072"/>
            <a:ext cx="100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✦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84632" y="6391656"/>
            <a:ext cx="100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✦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86968" y="6291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BNP PARIBAS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5001768" y="629107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bank for a changing world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0442448" y="632764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D73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880" dirty="0"/>
          </a:p>
        </p:txBody>
      </p:sp>
      <p:sp>
        <p:nvSpPr>
          <p:cNvPr id="26" name="Shape 21"/>
          <p:cNvSpPr/>
          <p:nvPr/>
        </p:nvSpPr>
        <p:spPr>
          <a:xfrm>
            <a:off x="11823192" y="6236208"/>
            <a:ext cx="0" cy="192024"/>
          </a:xfrm>
          <a:prstGeom prst="line">
            <a:avLst/>
          </a:prstGeom>
          <a:noFill/>
          <a:ln w="15240">
            <a:solidFill>
              <a:srgbClr val="008A4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Glossaire IA for IT PS</dc:title>
  <dc:subject>Glossaire IA for IT PS</dc:subject>
  <dc:creator>OpenAI</dc:creator>
  <cp:lastModifiedBy>OpenAI</cp:lastModifiedBy>
  <cp:revision>1</cp:revision>
  <dcterms:created xsi:type="dcterms:W3CDTF">2026-08-20T08:51:12Z</dcterms:created>
  <dcterms:modified xsi:type="dcterms:W3CDTF">2026-08-20T08:51:12Z</dcterms:modified>
</cp:coreProperties>
</file>