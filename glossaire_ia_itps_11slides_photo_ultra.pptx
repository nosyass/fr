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ssaire_ia_itps_photo_ultra_assets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Glossaire IA for IT PS</dc:title>
  <dc:subject>Glossaire IA for IT PS</dc:subject>
  <dc:creator>OpenAI</dc:creator>
  <cp:lastModifiedBy>OpenAI</cp:lastModifiedBy>
  <cp:revision>1</cp:revision>
  <dcterms:created xsi:type="dcterms:W3CDTF">2026-08-21T10:54:32Z</dcterms:created>
  <dcterms:modified xsi:type="dcterms:W3CDTF">2026-08-21T10:54:32Z</dcterms:modified>
</cp:coreProperties>
</file>